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7" r:id="rId5"/>
    <p:sldId id="258" r:id="rId6"/>
    <p:sldId id="259" r:id="rId7"/>
    <p:sldId id="260" r:id="rId8"/>
    <p:sldId id="261" r:id="rId9"/>
    <p:sldId id="263" r:id="rId10"/>
    <p:sldId id="268" r:id="rId11"/>
    <p:sldId id="265" r:id="rId12"/>
    <p:sldId id="264" r:id="rId13"/>
    <p:sldId id="266" r:id="rId1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E2"/>
          </a:solidFill>
        </a:fill>
      </a:tcStyle>
    </a:wholeTbl>
    <a:band2H>
      <a:tcTxStyle/>
      <a:tcStyle>
        <a:tcBdr/>
        <a:fill>
          <a:solidFill>
            <a:srgbClr val="E6F0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7CDCA"/>
          </a:solidFill>
        </a:fill>
      </a:tcStyle>
    </a:wholeTbl>
    <a:band2H>
      <a:tcTxStyle/>
      <a:tcStyle>
        <a:tcBdr/>
        <a:fill>
          <a:solidFill>
            <a:srgbClr val="FBE7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CC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1344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3" name="Shape 2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;p2"/>
          <p:cNvSpPr/>
          <p:nvPr/>
        </p:nvSpPr>
        <p:spPr>
          <a:xfrm rot="4487256">
            <a:off x="525189" y="1438443"/>
            <a:ext cx="4997580" cy="4308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412" y="0"/>
                </a:lnTo>
                <a:lnTo>
                  <a:pt x="16188" y="0"/>
                </a:lnTo>
                <a:lnTo>
                  <a:pt x="21600" y="10800"/>
                </a:lnTo>
                <a:lnTo>
                  <a:pt x="16188" y="21600"/>
                </a:lnTo>
                <a:lnTo>
                  <a:pt x="5412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iteltext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13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1000"/>
            </a:lvl1pPr>
            <a:lvl2pPr marL="228600" indent="457200">
              <a:spcBef>
                <a:spcPts val="0"/>
              </a:spcBef>
              <a:buClrTx/>
              <a:buSzTx/>
              <a:buFontTx/>
              <a:buNone/>
              <a:defRPr sz="1000"/>
            </a:lvl2pPr>
            <a:lvl3pPr marL="228600" indent="914400">
              <a:spcBef>
                <a:spcPts val="0"/>
              </a:spcBef>
              <a:buClrTx/>
              <a:buSzTx/>
              <a:buFontTx/>
              <a:buNone/>
              <a:defRPr sz="1000"/>
            </a:lvl3pPr>
            <a:lvl4pPr marL="228600" indent="1371600">
              <a:spcBef>
                <a:spcPts val="0"/>
              </a:spcBef>
              <a:buClrTx/>
              <a:buSzTx/>
              <a:buFontTx/>
              <a:buNone/>
              <a:defRPr sz="1000"/>
            </a:lvl4pPr>
            <a:lvl5pPr marL="228600" indent="1828800">
              <a:spcBef>
                <a:spcPts val="0"/>
              </a:spcBef>
              <a:buClrTx/>
              <a:buSzTx/>
              <a:buFontTx/>
              <a:buNone/>
              <a:defRPr sz="10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4" name="Google Shape;13;p2"/>
          <p:cNvSpPr txBox="1">
            <a:spLocks noGrp="1"/>
          </p:cNvSpPr>
          <p:nvPr>
            <p:ph type="body" sz="quarter" idx="21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/>
          <a:lstStyle/>
          <a:p>
            <a:endParaRPr/>
          </a:p>
        </p:txBody>
      </p:sp>
      <p:pic>
        <p:nvPicPr>
          <p:cNvPr id="15" name="Google Shape;14;p2" descr="Google Shape;14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62" y="433485"/>
            <a:ext cx="1734925" cy="3099905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19;p3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23" name="Google Shape;20;p3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4" name="Google Shape;21;p3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26" name="Titeltext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27" name="Textebene 1…"/>
          <p:cNvSpPr txBox="1">
            <a:spLocks noGrp="1"/>
          </p:cNvSpPr>
          <p:nvPr>
            <p:ph type="body" idx="1"/>
          </p:nvPr>
        </p:nvSpPr>
        <p:spPr>
          <a:xfrm>
            <a:off x="284836" y="1855366"/>
            <a:ext cx="8574326" cy="38778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200"/>
            </a:lvl1pPr>
            <a:lvl2pPr indent="-304800">
              <a:spcBef>
                <a:spcPts val="900"/>
              </a:spcBef>
              <a:buClrTx/>
              <a:buSzPts val="1200"/>
              <a:buFontTx/>
              <a:defRPr sz="1200"/>
            </a:lvl2pPr>
            <a:lvl3pPr indent="-304800">
              <a:spcBef>
                <a:spcPts val="900"/>
              </a:spcBef>
              <a:buClrTx/>
              <a:buSzPts val="1200"/>
              <a:buFontTx/>
              <a:defRPr sz="1200"/>
            </a:lvl3pPr>
            <a:lvl4pPr indent="-304800">
              <a:spcBef>
                <a:spcPts val="900"/>
              </a:spcBef>
              <a:buClrTx/>
              <a:buSzPts val="1200"/>
              <a:buFontTx/>
              <a:defRPr sz="1200"/>
            </a:lvl4pPr>
            <a:lvl5pPr indent="-304800">
              <a:spcBef>
                <a:spcPts val="900"/>
              </a:spcBef>
              <a:buClrTx/>
              <a:buSzPts val="1200"/>
              <a:buFontTx/>
              <a:defRPr sz="12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28;p4"/>
          <p:cNvSpPr>
            <a:spLocks noGrp="1"/>
          </p:cNvSpPr>
          <p:nvPr>
            <p:ph type="pic" sz="half" idx="21"/>
          </p:nvPr>
        </p:nvSpPr>
        <p:spPr>
          <a:xfrm>
            <a:off x="1157671" y="1050201"/>
            <a:ext cx="4757598" cy="47575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6" name="Titeltext"/>
          <p:cNvSpPr txBox="1">
            <a:spLocks noGrp="1"/>
          </p:cNvSpPr>
          <p:nvPr>
            <p:ph type="title"/>
          </p:nvPr>
        </p:nvSpPr>
        <p:spPr>
          <a:xfrm>
            <a:off x="251521" y="2287065"/>
            <a:ext cx="5776275" cy="34625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37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251521" y="3840245"/>
            <a:ext cx="5776275" cy="153890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1000"/>
            </a:lvl1pPr>
            <a:lvl2pPr marL="228600" indent="457200">
              <a:spcBef>
                <a:spcPts val="0"/>
              </a:spcBef>
              <a:buClrTx/>
              <a:buSzTx/>
              <a:buFontTx/>
              <a:buNone/>
              <a:defRPr sz="1000"/>
            </a:lvl2pPr>
            <a:lvl3pPr marL="228600" indent="914400">
              <a:spcBef>
                <a:spcPts val="0"/>
              </a:spcBef>
              <a:buClrTx/>
              <a:buSzTx/>
              <a:buFontTx/>
              <a:buNone/>
              <a:defRPr sz="1000"/>
            </a:lvl3pPr>
            <a:lvl4pPr marL="228600" indent="1371600">
              <a:spcBef>
                <a:spcPts val="0"/>
              </a:spcBef>
              <a:buClrTx/>
              <a:buSzTx/>
              <a:buFontTx/>
              <a:buNone/>
              <a:defRPr sz="1000"/>
            </a:lvl4pPr>
            <a:lvl5pPr marL="228600" indent="1828800">
              <a:spcBef>
                <a:spcPts val="0"/>
              </a:spcBef>
              <a:buClrTx/>
              <a:buSzTx/>
              <a:buFontTx/>
              <a:buNone/>
              <a:defRPr sz="10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pic>
        <p:nvPicPr>
          <p:cNvPr id="38" name="Google Shape;31;p4" descr="Google Shape;31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620" y="433485"/>
            <a:ext cx="1735069" cy="309990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Google Shape;32;p4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Studiere Zukunft</a:t>
            </a:r>
          </a:p>
        </p:txBody>
      </p:sp>
      <p:sp>
        <p:nvSpPr>
          <p:cNvPr id="40" name="Google Shape;33;p4"/>
          <p:cNvSpPr txBox="1">
            <a:spLocks noGrp="1"/>
          </p:cNvSpPr>
          <p:nvPr>
            <p:ph type="body" sz="quarter" idx="22"/>
          </p:nvPr>
        </p:nvSpPr>
        <p:spPr>
          <a:xfrm rot="2676888">
            <a:off x="1535258" y="3841343"/>
            <a:ext cx="27002" cy="3535532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/>
          <a:lstStyle/>
          <a:p>
            <a:endParaRPr/>
          </a:p>
        </p:txBody>
      </p:sp>
      <p:sp>
        <p:nvSpPr>
          <p:cNvPr id="4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folie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6;p5"/>
          <p:cNvSpPr>
            <a:spLocks noGrp="1"/>
          </p:cNvSpPr>
          <p:nvPr>
            <p:ph type="pic" sz="half" idx="21"/>
          </p:nvPr>
        </p:nvSpPr>
        <p:spPr>
          <a:xfrm>
            <a:off x="2159250" y="1019732"/>
            <a:ext cx="4825500" cy="481853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9" name="Titeltext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5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1000"/>
            </a:lvl1pPr>
            <a:lvl2pPr marL="228600" indent="457200">
              <a:spcBef>
                <a:spcPts val="0"/>
              </a:spcBef>
              <a:buClrTx/>
              <a:buSzTx/>
              <a:buFontTx/>
              <a:buNone/>
              <a:defRPr sz="1000"/>
            </a:lvl2pPr>
            <a:lvl3pPr marL="228600" indent="914400">
              <a:spcBef>
                <a:spcPts val="0"/>
              </a:spcBef>
              <a:buClrTx/>
              <a:buSzTx/>
              <a:buFontTx/>
              <a:buNone/>
              <a:defRPr sz="1000"/>
            </a:lvl3pPr>
            <a:lvl4pPr marL="228600" indent="1371600">
              <a:spcBef>
                <a:spcPts val="0"/>
              </a:spcBef>
              <a:buClrTx/>
              <a:buSzTx/>
              <a:buFontTx/>
              <a:buNone/>
              <a:defRPr sz="1000"/>
            </a:lvl4pPr>
            <a:lvl5pPr marL="228600" indent="1828800">
              <a:spcBef>
                <a:spcPts val="0"/>
              </a:spcBef>
              <a:buClrTx/>
              <a:buSzTx/>
              <a:buFontTx/>
              <a:buNone/>
              <a:defRPr sz="10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1" name="Google Shape;39;p5"/>
          <p:cNvSpPr txBox="1">
            <a:spLocks noGrp="1"/>
          </p:cNvSpPr>
          <p:nvPr>
            <p:ph type="body" sz="quarter" idx="22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Google Shape;40;p5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Studiere Zukunft</a:t>
            </a:r>
          </a:p>
        </p:txBody>
      </p:sp>
      <p:pic>
        <p:nvPicPr>
          <p:cNvPr id="53" name="Google Shape;41;p5" descr="Google Shape;41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62" y="433485"/>
            <a:ext cx="1734925" cy="3099905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foli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44;p6"/>
          <p:cNvSpPr>
            <a:spLocks noGrp="1"/>
          </p:cNvSpPr>
          <p:nvPr>
            <p:ph type="pic" sz="half" idx="21"/>
          </p:nvPr>
        </p:nvSpPr>
        <p:spPr>
          <a:xfrm>
            <a:off x="2501999" y="1358999"/>
            <a:ext cx="4140002" cy="4140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2" name="Titeltext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63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1000"/>
            </a:lvl1pPr>
            <a:lvl2pPr marL="228600" indent="457200">
              <a:spcBef>
                <a:spcPts val="0"/>
              </a:spcBef>
              <a:buClrTx/>
              <a:buSzTx/>
              <a:buFontTx/>
              <a:buNone/>
              <a:defRPr sz="1000"/>
            </a:lvl2pPr>
            <a:lvl3pPr marL="228600" indent="914400">
              <a:spcBef>
                <a:spcPts val="0"/>
              </a:spcBef>
              <a:buClrTx/>
              <a:buSzTx/>
              <a:buFontTx/>
              <a:buNone/>
              <a:defRPr sz="1000"/>
            </a:lvl3pPr>
            <a:lvl4pPr marL="228600" indent="1371600">
              <a:spcBef>
                <a:spcPts val="0"/>
              </a:spcBef>
              <a:buClrTx/>
              <a:buSzTx/>
              <a:buFontTx/>
              <a:buNone/>
              <a:defRPr sz="1000"/>
            </a:lvl4pPr>
            <a:lvl5pPr marL="228600" indent="1828800">
              <a:spcBef>
                <a:spcPts val="0"/>
              </a:spcBef>
              <a:buClrTx/>
              <a:buSzTx/>
              <a:buFontTx/>
              <a:buNone/>
              <a:defRPr sz="10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4" name="Google Shape;47;p6"/>
          <p:cNvSpPr txBox="1">
            <a:spLocks noGrp="1"/>
          </p:cNvSpPr>
          <p:nvPr>
            <p:ph type="body" sz="quarter" idx="22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Google Shape;48;p6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Studiere Zukunft</a:t>
            </a:r>
          </a:p>
        </p:txBody>
      </p:sp>
      <p:pic>
        <p:nvPicPr>
          <p:cNvPr id="66" name="Google Shape;49;p6" descr="Google Shape;49;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62" y="433485"/>
            <a:ext cx="1734925" cy="3099905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Kapiteltrenner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52;p7" descr="Google Shape;52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7" name="Google Shape;53;p7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75" name="Google Shape;54;p7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76" name="Google Shape;55;p7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78" name="Google Shape;56;p7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79" name="Google Shape;57;p7"/>
          <p:cNvSpPr/>
          <p:nvPr/>
        </p:nvSpPr>
        <p:spPr>
          <a:xfrm rot="5400000">
            <a:off x="3976750" y="1487747"/>
            <a:ext cx="4816802" cy="3592803"/>
          </a:xfrm>
          <a:prstGeom prst="triangl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8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536974" y="3111024"/>
            <a:ext cx="8070058" cy="346251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2200" b="1"/>
            </a:lvl1pPr>
            <a:lvl2pPr indent="-368300">
              <a:spcBef>
                <a:spcPts val="0"/>
              </a:spcBef>
              <a:buClrTx/>
              <a:buSzPts val="2200"/>
              <a:buFontTx/>
              <a:defRPr sz="2200" b="1"/>
            </a:lvl2pPr>
            <a:lvl3pPr indent="-368300">
              <a:spcBef>
                <a:spcPts val="0"/>
              </a:spcBef>
              <a:buClrTx/>
              <a:buSzPts val="2200"/>
              <a:buFontTx/>
              <a:defRPr sz="2200" b="1"/>
            </a:lvl3pPr>
            <a:lvl4pPr indent="-368300">
              <a:spcBef>
                <a:spcPts val="0"/>
              </a:spcBef>
              <a:buClrTx/>
              <a:buSzPts val="2200"/>
              <a:buFontTx/>
              <a:defRPr sz="2200" b="1"/>
            </a:lvl4pPr>
            <a:lvl5pPr indent="-368300">
              <a:spcBef>
                <a:spcPts val="0"/>
              </a:spcBef>
              <a:buClrTx/>
              <a:buSzPts val="2200"/>
              <a:buFontTx/>
              <a:defRPr sz="2200" b="1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1" name="Google Shape;59;p7"/>
          <p:cNvSpPr txBox="1">
            <a:spLocks noGrp="1"/>
          </p:cNvSpPr>
          <p:nvPr>
            <p:ph type="body" sz="quarter" idx="21"/>
          </p:nvPr>
        </p:nvSpPr>
        <p:spPr>
          <a:xfrm rot="13476889">
            <a:off x="6282751" y="-576927"/>
            <a:ext cx="27002" cy="3888002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/>
          <a:lstStyle/>
          <a:p>
            <a:endParaRPr/>
          </a:p>
        </p:txBody>
      </p:sp>
      <p:pic>
        <p:nvPicPr>
          <p:cNvPr id="82" name="Google Shape;61;p7" descr="Google Shape;61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Google Shape;62;p7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8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Kapiteltrenn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64;p8" descr="Google Shape;64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oogle Shape;65;p8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92" name="Google Shape;66;p8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93" name="Google Shape;67;p8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95" name="Google Shape;68;p8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6" name="Google Shape;69;p8"/>
          <p:cNvSpPr/>
          <p:nvPr/>
        </p:nvSpPr>
        <p:spPr>
          <a:xfrm rot="4487256">
            <a:off x="2073210" y="1274845"/>
            <a:ext cx="4997580" cy="430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412" y="0"/>
                </a:lnTo>
                <a:lnTo>
                  <a:pt x="16188" y="0"/>
                </a:lnTo>
                <a:lnTo>
                  <a:pt x="21600" y="10800"/>
                </a:lnTo>
                <a:lnTo>
                  <a:pt x="16188" y="21600"/>
                </a:lnTo>
                <a:lnTo>
                  <a:pt x="5412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7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536974" y="3091757"/>
            <a:ext cx="8070058" cy="346251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2200" b="1"/>
            </a:lvl1pPr>
            <a:lvl2pPr indent="-368300">
              <a:spcBef>
                <a:spcPts val="0"/>
              </a:spcBef>
              <a:buClrTx/>
              <a:buSzPts val="2200"/>
              <a:buFontTx/>
              <a:defRPr sz="2200" b="1"/>
            </a:lvl2pPr>
            <a:lvl3pPr indent="-368300">
              <a:spcBef>
                <a:spcPts val="0"/>
              </a:spcBef>
              <a:buClrTx/>
              <a:buSzPts val="2200"/>
              <a:buFontTx/>
              <a:defRPr sz="2200" b="1"/>
            </a:lvl3pPr>
            <a:lvl4pPr indent="-368300">
              <a:spcBef>
                <a:spcPts val="0"/>
              </a:spcBef>
              <a:buClrTx/>
              <a:buSzPts val="2200"/>
              <a:buFontTx/>
              <a:defRPr sz="2200" b="1"/>
            </a:lvl4pPr>
            <a:lvl5pPr indent="-368300">
              <a:spcBef>
                <a:spcPts val="0"/>
              </a:spcBef>
              <a:buClrTx/>
              <a:buSzPts val="2200"/>
              <a:buFontTx/>
              <a:defRPr sz="2200" b="1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98" name="Google Shape;71;p8"/>
          <p:cNvSpPr txBox="1">
            <a:spLocks noGrp="1"/>
          </p:cNvSpPr>
          <p:nvPr>
            <p:ph type="body" sz="quarter" idx="21"/>
          </p:nvPr>
        </p:nvSpPr>
        <p:spPr>
          <a:xfrm rot="13476889">
            <a:off x="4481109" y="-576927"/>
            <a:ext cx="27002" cy="3888002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/>
          <a:lstStyle/>
          <a:p>
            <a:endParaRPr/>
          </a:p>
        </p:txBody>
      </p:sp>
      <p:pic>
        <p:nvPicPr>
          <p:cNvPr id="99" name="Google Shape;73;p8" descr="Google Shape;73;p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Google Shape;74;p8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0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Kapiteltrenner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76;p9" descr="Google Shape;76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1" name="Google Shape;77;p9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09" name="Google Shape;78;p9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10" name="Google Shape;79;p9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12" name="Google Shape;80;p9"/>
          <p:cNvSpPr/>
          <p:nvPr/>
        </p:nvSpPr>
        <p:spPr>
          <a:xfrm>
            <a:off x="547650" y="1031709"/>
            <a:ext cx="4791604" cy="478967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13" name="Textebene 1…"/>
          <p:cNvSpPr txBox="1">
            <a:spLocks noGrp="1"/>
          </p:cNvSpPr>
          <p:nvPr>
            <p:ph type="body" sz="quarter" idx="1"/>
          </p:nvPr>
        </p:nvSpPr>
        <p:spPr>
          <a:xfrm rot="13476888">
            <a:off x="2140107" y="-507500"/>
            <a:ext cx="27002" cy="3434666"/>
          </a:xfrm>
          <a:prstGeom prst="rect">
            <a:avLst/>
          </a:prstGeom>
          <a:solidFill>
            <a:schemeClr val="accent5"/>
          </a:solidFill>
        </p:spPr>
        <p:txBody>
          <a:bodyPr lIns="0" tIns="0" rIns="0" bIns="0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00">
                <a:solidFill>
                  <a:schemeClr val="accent4"/>
                </a:solidFill>
              </a:defRPr>
            </a:lvl1pPr>
            <a:lvl2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2pPr>
            <a:lvl3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3pPr>
            <a:lvl4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4pPr>
            <a:lvl5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4" name="Google Shape;82;p9"/>
          <p:cNvSpPr txBox="1">
            <a:spLocks noGrp="1"/>
          </p:cNvSpPr>
          <p:nvPr>
            <p:ph type="body" sz="quarter" idx="21"/>
          </p:nvPr>
        </p:nvSpPr>
        <p:spPr>
          <a:xfrm>
            <a:off x="1239391" y="3253423"/>
            <a:ext cx="6665222" cy="346251"/>
          </a:xfrm>
          <a:prstGeom prst="rect">
            <a:avLst/>
          </a:prstGeom>
        </p:spPr>
        <p:txBody>
          <a:bodyPr lIns="0" tIns="0" rIns="0" bIns="0"/>
          <a:lstStyle/>
          <a:p>
            <a:pPr marL="429768" indent="-295465" defTabSz="859536">
              <a:spcBef>
                <a:spcPts val="2700"/>
              </a:spcBef>
              <a:buSzPts val="2200"/>
              <a:defRPr sz="2256"/>
            </a:pPr>
            <a:endParaRPr/>
          </a:p>
        </p:txBody>
      </p:sp>
      <p:sp>
        <p:nvSpPr>
          <p:cNvPr id="11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Kapiteltrenner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85;p10" descr="Google Shape;85;p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5" name="Google Shape;86;p10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23" name="Google Shape;87;p10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24" name="Google Shape;88;p10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26" name="Google Shape;89;p10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7" name="Google Shape;90;p10"/>
          <p:cNvSpPr/>
          <p:nvPr/>
        </p:nvSpPr>
        <p:spPr>
          <a:xfrm>
            <a:off x="3786339" y="1031709"/>
            <a:ext cx="4791603" cy="4789678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8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39391" y="3253423"/>
            <a:ext cx="6665222" cy="346251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2200" b="1">
                <a:solidFill>
                  <a:srgbClr val="FFFFFF"/>
                </a:solidFill>
              </a:defRPr>
            </a:lvl1pPr>
            <a:lvl2pPr indent="-368300">
              <a:spcBef>
                <a:spcPts val="0"/>
              </a:spcBef>
              <a:buClrTx/>
              <a:buSzPts val="2200"/>
              <a:buFontTx/>
              <a:defRPr sz="2200" b="1">
                <a:solidFill>
                  <a:srgbClr val="FFFFFF"/>
                </a:solidFill>
              </a:defRPr>
            </a:lvl2pPr>
            <a:lvl3pPr indent="-368300">
              <a:spcBef>
                <a:spcPts val="0"/>
              </a:spcBef>
              <a:buClrTx/>
              <a:buSzPts val="2200"/>
              <a:buFontTx/>
              <a:defRPr sz="2200" b="1">
                <a:solidFill>
                  <a:srgbClr val="FFFFFF"/>
                </a:solidFill>
              </a:defRPr>
            </a:lvl3pPr>
            <a:lvl4pPr indent="-368300">
              <a:spcBef>
                <a:spcPts val="0"/>
              </a:spcBef>
              <a:buClrTx/>
              <a:buSzPts val="2200"/>
              <a:buFontTx/>
              <a:defRPr sz="2200" b="1">
                <a:solidFill>
                  <a:srgbClr val="FFFFFF"/>
                </a:solidFill>
              </a:defRPr>
            </a:lvl4pPr>
            <a:lvl5pPr indent="-368300">
              <a:spcBef>
                <a:spcPts val="0"/>
              </a:spcBef>
              <a:buClrTx/>
              <a:buSzPts val="2200"/>
              <a:buFontTx/>
              <a:defRPr sz="2200" b="1">
                <a:solidFill>
                  <a:srgbClr val="FFFFFF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29" name="Google Shape;92;p10"/>
          <p:cNvSpPr txBox="1">
            <a:spLocks noGrp="1"/>
          </p:cNvSpPr>
          <p:nvPr>
            <p:ph type="body" sz="quarter" idx="21"/>
          </p:nvPr>
        </p:nvSpPr>
        <p:spPr>
          <a:xfrm rot="2676888">
            <a:off x="5361835" y="3392894"/>
            <a:ext cx="27002" cy="4063168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/>
          <a:lstStyle/>
          <a:p>
            <a:endParaRPr/>
          </a:p>
        </p:txBody>
      </p:sp>
      <p:pic>
        <p:nvPicPr>
          <p:cNvPr id="130" name="Google Shape;94;p10" descr="Google Shape;94;p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95;p10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3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Kapiteltrenn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97;p11" descr="Google Shape;97;p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oogle Shape;98;p11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40" name="Google Shape;99;p11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41" name="Google Shape;100;p11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43" name="Google Shape;101;p11"/>
          <p:cNvSpPr/>
          <p:nvPr/>
        </p:nvSpPr>
        <p:spPr>
          <a:xfrm>
            <a:off x="0" y="5839492"/>
            <a:ext cx="9144000" cy="10185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44" name="Google Shape;102;p11"/>
          <p:cNvSpPr>
            <a:spLocks noGrp="1"/>
          </p:cNvSpPr>
          <p:nvPr>
            <p:ph type="pic" idx="2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5" name="Textebene 1…"/>
          <p:cNvSpPr txBox="1">
            <a:spLocks noGrp="1"/>
          </p:cNvSpPr>
          <p:nvPr>
            <p:ph type="body" sz="half" idx="1"/>
          </p:nvPr>
        </p:nvSpPr>
        <p:spPr>
          <a:xfrm rot="5400000">
            <a:off x="4072542" y="1404086"/>
            <a:ext cx="4815753" cy="3592258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00">
                <a:solidFill>
                  <a:schemeClr val="accent4"/>
                </a:solidFill>
              </a:defRPr>
            </a:lvl1pPr>
            <a:lvl2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2pPr>
            <a:lvl3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3pPr>
            <a:lvl4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4pPr>
            <a:lvl5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chemeClr val="accent4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46" name="Google Shape;104;p11"/>
          <p:cNvSpPr txBox="1">
            <a:spLocks noGrp="1"/>
          </p:cNvSpPr>
          <p:nvPr>
            <p:ph type="body" sz="quarter" idx="22"/>
          </p:nvPr>
        </p:nvSpPr>
        <p:spPr>
          <a:xfrm>
            <a:off x="1239391" y="3027090"/>
            <a:ext cx="6665222" cy="346251"/>
          </a:xfrm>
          <a:prstGeom prst="rect">
            <a:avLst/>
          </a:prstGeom>
        </p:spPr>
        <p:txBody>
          <a:bodyPr lIns="0" tIns="0" rIns="0" bIns="0"/>
          <a:lstStyle/>
          <a:p>
            <a:pPr marL="429768" indent="-295465" defTabSz="859536">
              <a:spcBef>
                <a:spcPts val="2700"/>
              </a:spcBef>
              <a:buSzPts val="2200"/>
              <a:defRPr sz="2256"/>
            </a:pPr>
            <a:endParaRPr/>
          </a:p>
        </p:txBody>
      </p:sp>
      <p:sp>
        <p:nvSpPr>
          <p:cNvPr id="147" name="Google Shape;106;p11"/>
          <p:cNvSpPr txBox="1">
            <a:spLocks noGrp="1"/>
          </p:cNvSpPr>
          <p:nvPr>
            <p:ph type="body" sz="quarter" idx="23"/>
          </p:nvPr>
        </p:nvSpPr>
        <p:spPr>
          <a:xfrm>
            <a:off x="8283647" y="6507836"/>
            <a:ext cx="11213" cy="11455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/>
          <a:lstStyle/>
          <a:p>
            <a:pPr marL="182880" indent="-125730" defTabSz="365760">
              <a:spcBef>
                <a:spcPts val="1100"/>
              </a:spcBef>
              <a:buSzPts val="900"/>
              <a:defRPr sz="960"/>
            </a:pPr>
            <a:endParaRPr/>
          </a:p>
        </p:txBody>
      </p:sp>
      <p:sp>
        <p:nvSpPr>
          <p:cNvPr id="148" name="Google Shape;107;p11"/>
          <p:cNvSpPr txBox="1">
            <a:spLocks noGrp="1"/>
          </p:cNvSpPr>
          <p:nvPr>
            <p:ph type="body" sz="quarter" idx="24"/>
          </p:nvPr>
        </p:nvSpPr>
        <p:spPr>
          <a:xfrm rot="2676888">
            <a:off x="2684515" y="3392894"/>
            <a:ext cx="27002" cy="4063168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/>
          <a:lstStyle/>
          <a:p>
            <a:endParaRPr/>
          </a:p>
        </p:txBody>
      </p:sp>
      <p:sp>
        <p:nvSpPr>
          <p:cNvPr id="149" name="Google Shape;108;p11"/>
          <p:cNvSpPr txBox="1">
            <a:spLocks noGrp="1"/>
          </p:cNvSpPr>
          <p:nvPr>
            <p:ph type="body" sz="quarter" idx="25"/>
          </p:nvPr>
        </p:nvSpPr>
        <p:spPr>
          <a:xfrm>
            <a:off x="223600" y="6111090"/>
            <a:ext cx="1991481" cy="31554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0" anchor="t"/>
          <a:lstStyle/>
          <a:p>
            <a:pPr marL="402336" indent="-276606" defTabSz="804672">
              <a:spcBef>
                <a:spcPts val="2500"/>
              </a:spcBef>
              <a:buSzPts val="2100"/>
              <a:defRPr sz="2112"/>
            </a:pPr>
            <a:endParaRPr/>
          </a:p>
        </p:txBody>
      </p:sp>
      <p:sp>
        <p:nvSpPr>
          <p:cNvPr id="15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10;p12" descr="Google Shape;110;p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0" name="Google Shape;111;p12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58" name="Google Shape;112;p12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59" name="Google Shape;113;p12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61" name="Titeltext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162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284840" y="5841036"/>
            <a:ext cx="509757" cy="76946"/>
          </a:xfrm>
          <a:prstGeom prst="rect">
            <a:avLst/>
          </a:prstGeom>
        </p:spPr>
        <p:txBody>
          <a:bodyPr lIns="0" tIns="0" rIns="0" bIns="0" anchor="b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500"/>
            </a:lvl1pPr>
            <a:lvl2pPr indent="-260350">
              <a:spcBef>
                <a:spcPts val="0"/>
              </a:spcBef>
              <a:buClrTx/>
              <a:buSzPts val="500"/>
              <a:buFontTx/>
              <a:defRPr sz="500"/>
            </a:lvl2pPr>
            <a:lvl3pPr indent="-260350">
              <a:spcBef>
                <a:spcPts val="0"/>
              </a:spcBef>
              <a:buClrTx/>
              <a:buSzPts val="500"/>
              <a:buFontTx/>
              <a:defRPr sz="500"/>
            </a:lvl3pPr>
            <a:lvl4pPr indent="-260350">
              <a:spcBef>
                <a:spcPts val="0"/>
              </a:spcBef>
              <a:buClrTx/>
              <a:buSzPts val="500"/>
              <a:buFontTx/>
              <a:defRPr sz="500"/>
            </a:lvl4pPr>
            <a:lvl5pPr indent="-260350">
              <a:spcBef>
                <a:spcPts val="0"/>
              </a:spcBef>
              <a:buClrTx/>
              <a:buSzPts val="500"/>
              <a:buFontTx/>
              <a:defRPr sz="5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6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18;p13" descr="Google Shape;118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oogle Shape;119;p13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71" name="Google Shape;120;p13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72" name="Google Shape;121;p13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74" name="Titeltext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4625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175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284840" y="1855366"/>
            <a:ext cx="4147967" cy="38778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200"/>
            </a:lvl1pPr>
            <a:lvl2pPr indent="-304800">
              <a:spcBef>
                <a:spcPts val="900"/>
              </a:spcBef>
              <a:buClrTx/>
              <a:buSzPts val="1200"/>
              <a:buFontTx/>
              <a:defRPr sz="1200"/>
            </a:lvl2pPr>
            <a:lvl3pPr indent="-304800">
              <a:spcBef>
                <a:spcPts val="900"/>
              </a:spcBef>
              <a:buClrTx/>
              <a:buSzPts val="1200"/>
              <a:buFontTx/>
              <a:defRPr sz="1200"/>
            </a:lvl3pPr>
            <a:lvl4pPr indent="-304800">
              <a:spcBef>
                <a:spcPts val="900"/>
              </a:spcBef>
              <a:buClrTx/>
              <a:buSzPts val="1200"/>
              <a:buFontTx/>
              <a:defRPr sz="1200"/>
            </a:lvl4pPr>
            <a:lvl5pPr indent="-304800">
              <a:spcBef>
                <a:spcPts val="900"/>
              </a:spcBef>
              <a:buClrTx/>
              <a:buSzPts val="1200"/>
              <a:buFontTx/>
              <a:defRPr sz="12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76" name="Google Shape;125;p13"/>
          <p:cNvSpPr txBox="1">
            <a:spLocks noGrp="1"/>
          </p:cNvSpPr>
          <p:nvPr>
            <p:ph type="body" sz="quarter" idx="21"/>
          </p:nvPr>
        </p:nvSpPr>
        <p:spPr>
          <a:xfrm>
            <a:off x="284840" y="5841036"/>
            <a:ext cx="509756" cy="76946"/>
          </a:xfrm>
          <a:prstGeom prst="rect">
            <a:avLst/>
          </a:prstGeom>
        </p:spPr>
        <p:txBody>
          <a:bodyPr lIns="0" tIns="0" rIns="0" bIns="0" anchor="b"/>
          <a:lstStyle/>
          <a:p>
            <a:pPr marL="182880" indent="-125730" defTabSz="365760">
              <a:spcBef>
                <a:spcPts val="1100"/>
              </a:spcBef>
              <a:buSzPts val="900"/>
              <a:defRPr sz="960"/>
            </a:pPr>
            <a:endParaRPr/>
          </a:p>
        </p:txBody>
      </p:sp>
      <p:sp>
        <p:nvSpPr>
          <p:cNvPr id="17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Text und Bil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27;p14" descr="Google Shape;127;p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7" name="Google Shape;128;p14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185" name="Google Shape;129;p14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186" name="Google Shape;130;p14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188" name="Titeltext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189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284840" y="1855366"/>
            <a:ext cx="5317268" cy="38778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200"/>
            </a:lvl1pPr>
            <a:lvl2pPr indent="-304800">
              <a:spcBef>
                <a:spcPts val="900"/>
              </a:spcBef>
              <a:buClrTx/>
              <a:buSzPts val="1200"/>
              <a:buFontTx/>
              <a:defRPr sz="1200"/>
            </a:lvl2pPr>
            <a:lvl3pPr indent="-304800">
              <a:spcBef>
                <a:spcPts val="900"/>
              </a:spcBef>
              <a:buClrTx/>
              <a:buSzPts val="1200"/>
              <a:buFontTx/>
              <a:defRPr sz="1200"/>
            </a:lvl3pPr>
            <a:lvl4pPr indent="-304800">
              <a:spcBef>
                <a:spcPts val="900"/>
              </a:spcBef>
              <a:buClrTx/>
              <a:buSzPts val="1200"/>
              <a:buFontTx/>
              <a:defRPr sz="1200"/>
            </a:lvl4pPr>
            <a:lvl5pPr indent="-304800">
              <a:spcBef>
                <a:spcPts val="900"/>
              </a:spcBef>
              <a:buClrTx/>
              <a:buSzPts val="1200"/>
              <a:buFontTx/>
              <a:defRPr sz="12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90" name="Google Shape;133;p14"/>
          <p:cNvSpPr>
            <a:spLocks noGrp="1"/>
          </p:cNvSpPr>
          <p:nvPr>
            <p:ph type="pic" sz="half" idx="21"/>
          </p:nvPr>
        </p:nvSpPr>
        <p:spPr>
          <a:xfrm>
            <a:off x="5880501" y="1855366"/>
            <a:ext cx="3263505" cy="38778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91" name="Google Shape;135;p14"/>
          <p:cNvSpPr txBox="1">
            <a:spLocks noGrp="1"/>
          </p:cNvSpPr>
          <p:nvPr>
            <p:ph type="body" sz="quarter" idx="22"/>
          </p:nvPr>
        </p:nvSpPr>
        <p:spPr>
          <a:xfrm>
            <a:off x="284840" y="5841036"/>
            <a:ext cx="509756" cy="76946"/>
          </a:xfrm>
          <a:prstGeom prst="rect">
            <a:avLst/>
          </a:prstGeom>
        </p:spPr>
        <p:txBody>
          <a:bodyPr lIns="0" tIns="0" rIns="0" bIns="0" anchor="b"/>
          <a:lstStyle/>
          <a:p>
            <a:pPr marL="182880" indent="-125730" defTabSz="365760">
              <a:spcBef>
                <a:spcPts val="1100"/>
              </a:spcBef>
              <a:buSzPts val="900"/>
              <a:defRPr sz="960"/>
            </a:pPr>
            <a:endParaRPr/>
          </a:p>
        </p:txBody>
      </p:sp>
      <p:sp>
        <p:nvSpPr>
          <p:cNvPr id="19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Text und Bil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37;p15" descr="Google Shape;137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2" name="Google Shape;138;p15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200" name="Google Shape;139;p15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01" name="Google Shape;140;p15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203" name="Titeltext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204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284840" y="1855366"/>
            <a:ext cx="3925029" cy="38778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200"/>
            </a:lvl1pPr>
            <a:lvl2pPr indent="-304800">
              <a:spcBef>
                <a:spcPts val="900"/>
              </a:spcBef>
              <a:buClrTx/>
              <a:buSzPts val="1200"/>
              <a:buFontTx/>
              <a:defRPr sz="1200"/>
            </a:lvl2pPr>
            <a:lvl3pPr indent="-304800">
              <a:spcBef>
                <a:spcPts val="900"/>
              </a:spcBef>
              <a:buClrTx/>
              <a:buSzPts val="1200"/>
              <a:buFontTx/>
              <a:defRPr sz="1200"/>
            </a:lvl3pPr>
            <a:lvl4pPr indent="-304800">
              <a:spcBef>
                <a:spcPts val="900"/>
              </a:spcBef>
              <a:buClrTx/>
              <a:buSzPts val="1200"/>
              <a:buFontTx/>
              <a:defRPr sz="1200"/>
            </a:lvl4pPr>
            <a:lvl5pPr indent="-304800">
              <a:spcBef>
                <a:spcPts val="900"/>
              </a:spcBef>
              <a:buClrTx/>
              <a:buSzPts val="1200"/>
              <a:buFontTx/>
              <a:defRPr sz="12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05" name="Google Shape;143;p15"/>
          <p:cNvSpPr>
            <a:spLocks noGrp="1"/>
          </p:cNvSpPr>
          <p:nvPr>
            <p:ph type="pic" sz="half" idx="21"/>
          </p:nvPr>
        </p:nvSpPr>
        <p:spPr>
          <a:xfrm>
            <a:off x="4488260" y="1855366"/>
            <a:ext cx="4655745" cy="38778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06" name="Google Shape;145;p15"/>
          <p:cNvSpPr txBox="1">
            <a:spLocks noGrp="1"/>
          </p:cNvSpPr>
          <p:nvPr>
            <p:ph type="body" sz="quarter" idx="22"/>
          </p:nvPr>
        </p:nvSpPr>
        <p:spPr>
          <a:xfrm>
            <a:off x="284840" y="5841036"/>
            <a:ext cx="509756" cy="76946"/>
          </a:xfrm>
          <a:prstGeom prst="rect">
            <a:avLst/>
          </a:prstGeom>
        </p:spPr>
        <p:txBody>
          <a:bodyPr lIns="0" tIns="0" rIns="0" bIns="0" anchor="b"/>
          <a:lstStyle/>
          <a:p>
            <a:pPr marL="182880" indent="-125730" defTabSz="365760">
              <a:spcBef>
                <a:spcPts val="1100"/>
              </a:spcBef>
              <a:buSzPts val="900"/>
              <a:defRPr sz="960"/>
            </a:pPr>
            <a:endParaRPr/>
          </a:p>
        </p:txBody>
      </p:sp>
      <p:sp>
        <p:nvSpPr>
          <p:cNvPr id="20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intergrundbild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147;p16" descr="Google Shape;147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Google Shape;148;p16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215" name="Google Shape;149;p16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16" name="Google Shape;150;p16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218" name="Google Shape;151;p16"/>
          <p:cNvSpPr/>
          <p:nvPr/>
        </p:nvSpPr>
        <p:spPr>
          <a:xfrm>
            <a:off x="0" y="6071487"/>
            <a:ext cx="9144000" cy="7865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9" name="Google Shape;152;p16"/>
          <p:cNvSpPr>
            <a:spLocks noGrp="1"/>
          </p:cNvSpPr>
          <p:nvPr>
            <p:ph type="pic" idx="2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20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543729" y="1623600"/>
            <a:ext cx="3611815" cy="3610801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anchor="t"/>
          <a:lstStyle>
            <a:lvl1pPr marL="228600" indent="0">
              <a:spcBef>
                <a:spcPts val="900"/>
              </a:spcBef>
              <a:buClrTx/>
              <a:buSzTx/>
              <a:buFontTx/>
              <a:buNone/>
              <a:defRPr sz="100">
                <a:solidFill>
                  <a:srgbClr val="FFFFFF"/>
                </a:solidFill>
              </a:defRPr>
            </a:lvl1pPr>
            <a:lvl2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rgbClr val="FFFFFF"/>
                </a:solidFill>
              </a:defRPr>
            </a:lvl2pPr>
            <a:lvl3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rgbClr val="FFFFFF"/>
                </a:solidFill>
              </a:defRPr>
            </a:lvl3pPr>
            <a:lvl4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rgbClr val="FFFFFF"/>
                </a:solidFill>
              </a:defRPr>
            </a:lvl4pPr>
            <a:lvl5pPr indent="-234950">
              <a:spcBef>
                <a:spcPts val="900"/>
              </a:spcBef>
              <a:buClrTx/>
              <a:buSzPts val="100"/>
              <a:buFontTx/>
              <a:defRPr sz="100">
                <a:solidFill>
                  <a:srgbClr val="FFFFFF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1" name="Google Shape;154;p16"/>
          <p:cNvSpPr txBox="1">
            <a:spLocks noGrp="1"/>
          </p:cNvSpPr>
          <p:nvPr>
            <p:ph type="body" sz="quarter" idx="22"/>
          </p:nvPr>
        </p:nvSpPr>
        <p:spPr>
          <a:xfrm rot="13476889">
            <a:off x="3327887" y="-507500"/>
            <a:ext cx="27002" cy="3434666"/>
          </a:xfrm>
          <a:prstGeom prst="rect">
            <a:avLst/>
          </a:prstGeom>
          <a:solidFill>
            <a:schemeClr val="accent4"/>
          </a:solidFill>
        </p:spPr>
        <p:txBody>
          <a:bodyPr lIns="0" tIns="0" rIns="0" bIns="0"/>
          <a:lstStyle/>
          <a:p>
            <a:endParaRPr/>
          </a:p>
        </p:txBody>
      </p:sp>
      <p:sp>
        <p:nvSpPr>
          <p:cNvPr id="222" name="Google Shape;155;p16"/>
          <p:cNvSpPr txBox="1">
            <a:spLocks noGrp="1"/>
          </p:cNvSpPr>
          <p:nvPr>
            <p:ph type="body" sz="quarter" idx="23"/>
          </p:nvPr>
        </p:nvSpPr>
        <p:spPr>
          <a:xfrm>
            <a:off x="1239391" y="3082750"/>
            <a:ext cx="2508748" cy="692499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23" name="Google Shape;157;p16"/>
          <p:cNvSpPr/>
          <p:nvPr/>
        </p:nvSpPr>
        <p:spPr>
          <a:xfrm>
            <a:off x="8109759" y="6169119"/>
            <a:ext cx="516667" cy="688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24" name="Google Shape;158;p16"/>
          <p:cNvSpPr txBox="1">
            <a:spLocks noGrp="1"/>
          </p:cNvSpPr>
          <p:nvPr>
            <p:ph type="body" sz="quarter" idx="24"/>
          </p:nvPr>
        </p:nvSpPr>
        <p:spPr>
          <a:xfrm>
            <a:off x="8283647" y="6507836"/>
            <a:ext cx="11213" cy="11455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/>
          <a:lstStyle/>
          <a:p>
            <a:pPr marL="182880" indent="-125730" defTabSz="365760">
              <a:spcBef>
                <a:spcPts val="1100"/>
              </a:spcBef>
              <a:buSzPts val="900"/>
              <a:defRPr sz="960"/>
            </a:pPr>
            <a:endParaRPr/>
          </a:p>
        </p:txBody>
      </p:sp>
      <p:sp>
        <p:nvSpPr>
          <p:cNvPr id="225" name="Google Shape;159;p16"/>
          <p:cNvSpPr txBox="1">
            <a:spLocks noGrp="1"/>
          </p:cNvSpPr>
          <p:nvPr>
            <p:ph type="body" sz="quarter" idx="25"/>
          </p:nvPr>
        </p:nvSpPr>
        <p:spPr>
          <a:xfrm>
            <a:off x="223600" y="6111090"/>
            <a:ext cx="1991481" cy="31554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0" anchor="t"/>
          <a:lstStyle/>
          <a:p>
            <a:pPr marL="402336" indent="-276606" defTabSz="804672">
              <a:spcBef>
                <a:spcPts val="2500"/>
              </a:spcBef>
              <a:buSzPts val="2100"/>
              <a:defRPr sz="2112"/>
            </a:pPr>
            <a:endParaRPr/>
          </a:p>
        </p:txBody>
      </p:sp>
      <p:sp>
        <p:nvSpPr>
          <p:cNvPr id="22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161;p17" descr="Google Shape;161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6" y="6150521"/>
            <a:ext cx="1887841" cy="230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6" name="Google Shape;162;p17"/>
          <p:cNvGrpSpPr/>
          <p:nvPr/>
        </p:nvGrpSpPr>
        <p:grpSpPr>
          <a:xfrm>
            <a:off x="7952078" y="6167709"/>
            <a:ext cx="674348" cy="690302"/>
            <a:chOff x="0" y="0"/>
            <a:chExt cx="674347" cy="690301"/>
          </a:xfrm>
        </p:grpSpPr>
        <p:sp>
          <p:nvSpPr>
            <p:cNvPr id="234" name="Google Shape;163;p17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35" name="Google Shape;164;p17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>
                <a:defRPr sz="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.</a:t>
              </a:r>
            </a:p>
          </p:txBody>
        </p:sp>
      </p:grpSp>
      <p:sp>
        <p:nvSpPr>
          <p:cNvPr id="237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284840" y="5841036"/>
            <a:ext cx="509757" cy="76946"/>
          </a:xfrm>
          <a:prstGeom prst="rect">
            <a:avLst/>
          </a:prstGeom>
        </p:spPr>
        <p:txBody>
          <a:bodyPr lIns="0" tIns="0" rIns="0" bIns="0" anchor="b"/>
          <a:lstStyle>
            <a:lvl1pPr marL="228600" indent="0">
              <a:spcBef>
                <a:spcPts val="0"/>
              </a:spcBef>
              <a:buClrTx/>
              <a:buSzTx/>
              <a:buFontTx/>
              <a:buNone/>
              <a:defRPr sz="500"/>
            </a:lvl1pPr>
            <a:lvl2pPr indent="-260350">
              <a:spcBef>
                <a:spcPts val="0"/>
              </a:spcBef>
              <a:buClrTx/>
              <a:buSzPts val="500"/>
              <a:buFontTx/>
              <a:defRPr sz="500"/>
            </a:lvl2pPr>
            <a:lvl3pPr indent="-260350">
              <a:spcBef>
                <a:spcPts val="0"/>
              </a:spcBef>
              <a:buClrTx/>
              <a:buSzPts val="500"/>
              <a:buFontTx/>
              <a:defRPr sz="500"/>
            </a:lvl3pPr>
            <a:lvl4pPr indent="-260350">
              <a:spcBef>
                <a:spcPts val="0"/>
              </a:spcBef>
              <a:buClrTx/>
              <a:buSzPts val="500"/>
              <a:buFontTx/>
              <a:defRPr sz="500"/>
            </a:lvl4pPr>
            <a:lvl5pPr indent="-260350">
              <a:spcBef>
                <a:spcPts val="0"/>
              </a:spcBef>
              <a:buClrTx/>
              <a:buSzPts val="500"/>
              <a:buFontTx/>
              <a:defRPr sz="5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46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4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Titeltext</a:t>
            </a:r>
          </a:p>
        </p:txBody>
      </p:sp>
      <p:sp>
        <p:nvSpPr>
          <p:cNvPr id="255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5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669725" y="312538"/>
            <a:ext cx="7804549" cy="1518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00" tIns="35700" rIns="35700" bIns="35700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/>
          </p:nvPr>
        </p:nvSpPr>
        <p:spPr>
          <a:xfrm>
            <a:off x="669725" y="1835050"/>
            <a:ext cx="7804549" cy="442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00" tIns="35700" rIns="35700" bIns="35700" anchor="ctr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4431093" y="6376935"/>
            <a:ext cx="281814" cy="269622"/>
          </a:xfrm>
          <a:prstGeom prst="rect">
            <a:avLst/>
          </a:prstGeom>
          <a:ln w="12700">
            <a:miter lim="400000"/>
          </a:ln>
        </p:spPr>
        <p:txBody>
          <a:bodyPr wrap="none" lIns="35700" tIns="35700" rIns="35700" bIns="35700">
            <a:spAutoFit/>
          </a:bodyPr>
          <a:lstStyle>
            <a:lvl1pPr algn="ctr"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4572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144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8288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860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7432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004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6576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14800" marR="0" indent="-314325" algn="l" defTabSz="914400" rtl="0" latinLnBrk="0">
        <a:lnSpc>
          <a:spcPct val="100000"/>
        </a:lnSpc>
        <a:spcBef>
          <a:spcPts val="2900"/>
        </a:spcBef>
        <a:spcAft>
          <a:spcPts val="0"/>
        </a:spcAft>
        <a:buClr>
          <a:srgbClr val="000000"/>
        </a:buClr>
        <a:buSzPts val="2400"/>
        <a:buFont typeface="Helvetica Neue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en.odis-berlin.de/de/dataset/bezirksgrenzen?utm_source=chatgpt.com" TargetMode="External"/><Relationship Id="rId2" Type="http://schemas.openxmlformats.org/officeDocument/2006/relationships/hyperlink" Target="https://download.geofabrik.de/europe/germany/berlin.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qgis.org/" TargetMode="External"/><Relationship Id="rId5" Type="http://schemas.openxmlformats.org/officeDocument/2006/relationships/hyperlink" Target="https://www.openstreetmap.org/" TargetMode="External"/><Relationship Id="rId4" Type="http://schemas.openxmlformats.org/officeDocument/2006/relationships/hyperlink" Target="https://www.statistik-berlin-brandenburg.de/bevoelkerung/demografie/bevoelkerungsstand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79;p20"/>
          <p:cNvSpPr txBox="1">
            <a:spLocks noGrp="1"/>
          </p:cNvSpPr>
          <p:nvPr>
            <p:ph type="title"/>
          </p:nvPr>
        </p:nvSpPr>
        <p:spPr>
          <a:xfrm>
            <a:off x="805542" y="2595591"/>
            <a:ext cx="4332515" cy="7572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</a:lstStyle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Urban Accessibility for Children: Playground Availability in Berlin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8B8D8-8BD5-C4B4-4709-9B3A4948010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16056" y="3867345"/>
            <a:ext cx="3278826" cy="473905"/>
          </a:xfrm>
        </p:spPr>
        <p:txBody>
          <a:bodyPr>
            <a:no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Sharmin Islam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194;p22"/>
          <p:cNvSpPr txBox="1">
            <a:spLocks noGrp="1"/>
          </p:cNvSpPr>
          <p:nvPr>
            <p:ph type="title"/>
          </p:nvPr>
        </p:nvSpPr>
        <p:spPr>
          <a:xfrm>
            <a:off x="221202" y="431372"/>
            <a:ext cx="8574324" cy="36933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 </a:t>
            </a:r>
            <a:b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195;p22"/>
          <p:cNvSpPr txBox="1">
            <a:spLocks noGrp="1"/>
          </p:cNvSpPr>
          <p:nvPr>
            <p:ph type="sldNum" sz="quarter" idx="2"/>
          </p:nvPr>
        </p:nvSpPr>
        <p:spPr>
          <a:xfrm>
            <a:off x="8795526" y="6303517"/>
            <a:ext cx="51296" cy="12311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62984-5659-0169-B685-935FCE3913D6}"/>
              </a:ext>
            </a:extLst>
          </p:cNvPr>
          <p:cNvSpPr txBox="1"/>
          <p:nvPr/>
        </p:nvSpPr>
        <p:spPr>
          <a:xfrm>
            <a:off x="550842" y="1167789"/>
            <a:ext cx="7689775" cy="45781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4000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Urban districts in Berlin show unequal access to public playgrounds.</a:t>
            </a:r>
          </a:p>
          <a:p>
            <a:pPr marL="4000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Some districts have high numbers of children (0–14) but relatively fewer playgrounds, limiting opportunities for play, physical activity, and social interaction.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  <a:p>
            <a:pPr marL="4000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wellbeing &amp; health: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Playgrounds support physical, mental, and social development.</a:t>
            </a:r>
          </a:p>
          <a:p>
            <a:pPr marL="4000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equity: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distribution creates spatial inequality across districts.</a:t>
            </a:r>
          </a:p>
          <a:p>
            <a:pPr marL="4000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District-level indicators help planners allocate infrastructure more effectively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FAE9-4847-3DDC-9238-4D9ADA07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6" y="341523"/>
            <a:ext cx="8574326" cy="51779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and Research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9B0BF-C225-E634-F9D4-8F5A2B9B6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2" y="1138990"/>
            <a:ext cx="8484589" cy="521774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Approaches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GIS-based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district-level analysis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administrative boundaries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(OSM) for mapping public playground locations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Indicator-based mapping (playgrounds per 1,000 children)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official demographic statistics (children aged 0–14)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City-level averages hide district-level inequality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simple indicators for equitable planning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5199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4CAF-1D0D-E5D2-2C70-8FF1E709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6" y="253388"/>
            <a:ext cx="8574326" cy="473725"/>
          </a:xfrm>
        </p:spPr>
        <p:txBody>
          <a:bodyPr/>
          <a:lstStyle/>
          <a:p>
            <a:pPr algn="ctr"/>
            <a:r>
              <a:rPr lang="en-US" dirty="0"/>
              <a:t>Goals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838C9-3F3D-F8D0-41B8-AF459D364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836" y="815249"/>
            <a:ext cx="8574326" cy="727113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playground availability across Berlin districts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supply (playgrounds) with demand (children aged 0–14)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districts with unequal access to child-friendly infrastructure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project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34C98B-24CA-CE70-1CB3-7D4CD97C6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67500"/>
              </p:ext>
            </p:extLst>
          </p:nvPr>
        </p:nvGraphicFramePr>
        <p:xfrm>
          <a:off x="451692" y="3261360"/>
          <a:ext cx="8407470" cy="35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3735">
                  <a:extLst>
                    <a:ext uri="{9D8B030D-6E8A-4147-A177-3AD203B41FA5}">
                      <a16:colId xmlns:a16="http://schemas.microsoft.com/office/drawing/2014/main" val="301121796"/>
                    </a:ext>
                  </a:extLst>
                </a:gridCol>
                <a:gridCol w="4203735">
                  <a:extLst>
                    <a:ext uri="{9D8B030D-6E8A-4147-A177-3AD203B41FA5}">
                      <a16:colId xmlns:a16="http://schemas.microsoft.com/office/drawing/2014/main" val="364758945"/>
                    </a:ext>
                  </a:extLst>
                </a:gridCol>
              </a:tblGrid>
              <a:tr h="158780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Combines: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Playground locations from OpenStreetMap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District boundaries (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Bezirke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from Berlin open data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Children population (0–14) from official statistics</a:t>
                      </a:r>
                    </a:p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Methods: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Aggregated playground counts per district using QGIS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Joined demographic data to district polygons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Calculated a key indicator: Playgrounds per 1,000 children</a:t>
                      </a:r>
                    </a:p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571285"/>
                  </a:ext>
                </a:extLst>
              </a:tr>
              <a:tr h="158780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Output: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district-level comparison table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choropleth map showing relative playground availability across Berlin</a:t>
                      </a:r>
                    </a:p>
                    <a:p>
                      <a:pPr marL="2857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evidence of which districts are relatively underserved</a:t>
                      </a:r>
                    </a:p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200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0430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194;p22"/>
          <p:cNvSpPr txBox="1">
            <a:spLocks noGrp="1"/>
          </p:cNvSpPr>
          <p:nvPr>
            <p:ph type="title"/>
          </p:nvPr>
        </p:nvSpPr>
        <p:spPr>
          <a:xfrm>
            <a:off x="284838" y="330506"/>
            <a:ext cx="8574324" cy="65414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</a:p>
        </p:txBody>
      </p:sp>
      <p:sp>
        <p:nvSpPr>
          <p:cNvPr id="274" name="Google Shape;195;p22"/>
          <p:cNvSpPr txBox="1">
            <a:spLocks noGrp="1"/>
          </p:cNvSpPr>
          <p:nvPr>
            <p:ph type="sldNum" sz="quarter" idx="2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75" name="Google Shape;247;p28"/>
          <p:cNvSpPr txBox="1"/>
          <p:nvPr/>
        </p:nvSpPr>
        <p:spPr>
          <a:xfrm>
            <a:off x="569676" y="984646"/>
            <a:ext cx="8574324" cy="5547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2">
            <a:norm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I find the data?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Playground locations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Geofabrik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Berlin)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boundaries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ODIS Berlin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population (0–14) 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Berlin-Brandenburg</a:t>
            </a:r>
          </a:p>
          <a:p>
            <a:pPr>
              <a:lnSpc>
                <a:spcPct val="11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missing?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Playground size, quality, and accessibility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Distance-based access (walking time)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and environmental factors</a:t>
            </a:r>
          </a:p>
          <a:p>
            <a:pPr>
              <a:lnSpc>
                <a:spcPct val="110000"/>
              </a:lnSpc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prepared the data?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 data: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Volunteer-based, open-source contributors and data is mostly accurate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 &amp; population: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Berlin government institutions and data are highly reliable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more data be added?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networks, playground quality, tree cover, and social indicators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194;p22"/>
          <p:cNvSpPr txBox="1">
            <a:spLocks noGrp="1"/>
          </p:cNvSpPr>
          <p:nvPr>
            <p:ph type="title"/>
          </p:nvPr>
        </p:nvSpPr>
        <p:spPr>
          <a:xfrm>
            <a:off x="284838" y="318496"/>
            <a:ext cx="8574324" cy="42965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Exploratory Spatial Analysis (EDA)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195;p22"/>
          <p:cNvSpPr txBox="1">
            <a:spLocks noGrp="1"/>
          </p:cNvSpPr>
          <p:nvPr>
            <p:ph type="sldNum" sz="quarter" idx="2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Google Shape;247;p28"/>
              <p:cNvSpPr txBox="1"/>
              <p:nvPr/>
            </p:nvSpPr>
            <p:spPr>
              <a:xfrm>
                <a:off x="561860" y="1168401"/>
                <a:ext cx="8297302" cy="47223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0" tIns="0" rIns="0" bIns="0">
                <a:noAutofit/>
              </a:bodyPr>
              <a:lstStyle/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datasets processed and analyzed in QGIS</a:t>
                </a:r>
              </a:p>
              <a:p>
                <a:b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• geometry validation</a:t>
                </a:r>
                <a:b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• attribute cleaning</a:t>
                </a:r>
                <a:b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• spatial join of playgrounds to districts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Playground Accessibility Analysis</a:t>
                </a:r>
              </a:p>
              <a:p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• Counted total number of playgrounds per district.</a:t>
                </a:r>
                <a:b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• Calculated child population (0–14 years) per district.</a:t>
                </a:r>
                <a:b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• Computed a normalized accessibility indicator: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𝐏𝐥𝐚𝐲𝐠𝐫𝐨𝐮𝐧𝐝𝐬</m:t>
                    </m:r>
                    <m:r>
                      <m:rPr>
                        <m:nor/>
                      </m:rPr>
                      <a:rPr lang="en-US" sz="18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𝐩𝐞𝐫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𝟎𝟎𝟎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𝐜𝐡𝐢𝐥𝐝𝐫𝐞𝐧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playgrounds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Child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population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allows fair comparison between districts with different population sizes.</a:t>
                </a:r>
              </a:p>
              <a:p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Clr>
                    <a:srgbClr val="000000"/>
                  </a:buClr>
                  <a:buSzPts val="2000"/>
                  <a:defRPr sz="2000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9" name="Google Shape;247;p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" y="1168401"/>
                <a:ext cx="8297302" cy="4722334"/>
              </a:xfrm>
              <a:prstGeom prst="rect">
                <a:avLst/>
              </a:prstGeom>
              <a:blipFill>
                <a:blip r:embed="rId2"/>
                <a:stretch>
                  <a:fillRect l="-1690" t="-16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194;p22"/>
          <p:cNvSpPr txBox="1">
            <a:spLocks noGrp="1"/>
          </p:cNvSpPr>
          <p:nvPr>
            <p:ph type="title"/>
          </p:nvPr>
        </p:nvSpPr>
        <p:spPr>
          <a:xfrm>
            <a:off x="272498" y="316247"/>
            <a:ext cx="8574324" cy="369334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Results</a:t>
            </a:r>
            <a:r>
              <a:rPr lang="en-US" dirty="0"/>
              <a:t> and Discussion</a:t>
            </a:r>
            <a:endParaRPr dirty="0"/>
          </a:p>
        </p:txBody>
      </p:sp>
      <p:sp>
        <p:nvSpPr>
          <p:cNvPr id="282" name="Google Shape;195;p22"/>
          <p:cNvSpPr txBox="1">
            <a:spLocks noGrp="1"/>
          </p:cNvSpPr>
          <p:nvPr>
            <p:ph type="sldNum" sz="quarter" idx="2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283" name="Google Shape;247;p28"/>
          <p:cNvSpPr txBox="1"/>
          <p:nvPr/>
        </p:nvSpPr>
        <p:spPr>
          <a:xfrm>
            <a:off x="284838" y="1738735"/>
            <a:ext cx="8574324" cy="3380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marL="204534" indent="-204534">
              <a:buClr>
                <a:srgbClr val="000000"/>
              </a:buClr>
              <a:buSzPts val="2000"/>
              <a:buFont typeface="Helvetica Neue"/>
              <a:buChar char="•"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marL="0" indent="0"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75660-9FB4-5920-39C4-EEAE062E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11" y="1261829"/>
            <a:ext cx="6202495" cy="388402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4F872A8-B649-5F27-1299-B46407973B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7281" y="5050831"/>
            <a:ext cx="8133997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Playground access varies notably across Berlin districts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Marzahn-Hellersdorf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playgrounds / 1,000 children)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Spandau (≈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playgrounds / 1,000 children)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2842F-F60D-6C29-89E7-283C16E29AAB}"/>
              </a:ext>
            </a:extLst>
          </p:cNvPr>
          <p:cNvSpPr txBox="1"/>
          <p:nvPr/>
        </p:nvSpPr>
        <p:spPr>
          <a:xfrm>
            <a:off x="1830788" y="793450"/>
            <a:ext cx="728853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Figure: Playground Access per 1,000 Children (Berlin Districts)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194;p22"/>
          <p:cNvSpPr txBox="1">
            <a:spLocks noGrp="1"/>
          </p:cNvSpPr>
          <p:nvPr>
            <p:ph type="title"/>
          </p:nvPr>
        </p:nvSpPr>
        <p:spPr>
          <a:xfrm>
            <a:off x="284838" y="423141"/>
            <a:ext cx="8574324" cy="369334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Results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/>
              <a:t> Discussion</a:t>
            </a:r>
            <a:endParaRPr dirty="0"/>
          </a:p>
        </p:txBody>
      </p:sp>
      <p:sp>
        <p:nvSpPr>
          <p:cNvPr id="286" name="Google Shape;195;p22"/>
          <p:cNvSpPr txBox="1">
            <a:spLocks noGrp="1"/>
          </p:cNvSpPr>
          <p:nvPr>
            <p:ph type="sldNum" sz="quarter" idx="2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r">
              <a:defRPr sz="800" b="1"/>
            </a:lvl1pPr>
          </a:lstStyle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287" name="Google Shape;247;p28"/>
          <p:cNvSpPr txBox="1"/>
          <p:nvPr/>
        </p:nvSpPr>
        <p:spPr>
          <a:xfrm>
            <a:off x="804231" y="5330126"/>
            <a:ext cx="8174516" cy="110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fontScale="85000" lnSpcReduction="20000"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Central districts (e.g. Mitte, </a:t>
            </a:r>
            <a:r>
              <a:rPr lang="en-US" alt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Friedrichshain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-Kreuzberg) show </a:t>
            </a:r>
            <a:r>
              <a:rPr lang="en-US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 levels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despite      high population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Indicates </a:t>
            </a:r>
            <a:r>
              <a:rPr lang="en-US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unequal spatial distribution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playground infrastructure</a:t>
            </a:r>
          </a:p>
          <a:p>
            <a:pPr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1C65D-8FE4-CB54-E36D-70F9DCC9D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64" y="1145754"/>
            <a:ext cx="5772838" cy="3850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9D24-CA07-F04C-EAD7-ED58E6EC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6" y="253388"/>
            <a:ext cx="8574326" cy="5177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Unequal Access to Playgrounds across Berlin Districts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5DFCE0B-9FF1-0DBE-DC44-480A3C5BA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9773" y="5690795"/>
            <a:ext cx="57791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Playground access is uneven across Berlin.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Inner-city districts face lower availability than outer areas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ACA079-9FC0-9EDD-7849-BCF92D15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73" y="1196860"/>
            <a:ext cx="8788627" cy="44642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CF428C-2916-ADA5-CB8E-B8244D0C212F}"/>
              </a:ext>
            </a:extLst>
          </p:cNvPr>
          <p:cNvSpPr txBox="1"/>
          <p:nvPr/>
        </p:nvSpPr>
        <p:spPr>
          <a:xfrm>
            <a:off x="6634122" y="1055970"/>
            <a:ext cx="222504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 green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High playgrounds per 1,000 children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 green / yellow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Medium to low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 dots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Individual playground locations (OSM)</a:t>
            </a:r>
          </a:p>
        </p:txBody>
      </p:sp>
    </p:spTree>
    <p:extLst>
      <p:ext uri="{BB962C8B-B14F-4D97-AF65-F5344CB8AC3E}">
        <p14:creationId xmlns:p14="http://schemas.microsoft.com/office/powerpoint/2010/main" val="18794354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AA25-DA47-D78D-FD26-636E4067B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6" y="319489"/>
            <a:ext cx="8574326" cy="66515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Unequal Access to Playgrounds across Berlin Districts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A2F81-3538-4ED6-4AD1-2BAD6DE0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5" y="1126393"/>
            <a:ext cx="7981746" cy="4411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C7524-1031-12AB-8EC8-0AB1361239D8}"/>
              </a:ext>
            </a:extLst>
          </p:cNvPr>
          <p:cNvSpPr txBox="1"/>
          <p:nvPr/>
        </p:nvSpPr>
        <p:spPr>
          <a:xfrm>
            <a:off x="1068636" y="5880293"/>
            <a:ext cx="703977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Child-friendly infrastructure is not evenly accessible city-wide</a:t>
            </a:r>
          </a:p>
        </p:txBody>
      </p:sp>
    </p:spTree>
    <p:extLst>
      <p:ext uri="{BB962C8B-B14F-4D97-AF65-F5344CB8AC3E}">
        <p14:creationId xmlns:p14="http://schemas.microsoft.com/office/powerpoint/2010/main" val="201169356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9266-F7D0-9A05-CF18-6FAAEDCF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dirty="0"/>
              <a:t> &amp; Future Work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0A30A-B5AB-CDF5-BD2A-D67800722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inner-city playgrounds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low availability for targeted interventions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shade structures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heat-exposed playgrounds during summer months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planting with large canopy species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 playgrounds and school zones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population density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basic socio-demographic indicators in planning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GIS-based approach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other public facilities and cities for comparison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25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E1AF-FCA5-6D06-C995-E469A8BC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2D9B9-C677-3822-1147-F32C97CC1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28" y="1553378"/>
            <a:ext cx="8253234" cy="4179879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Playground Data (via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Geofabrik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https://download.geofabrik.de/europe/germany/berlin.html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Berlin District Boundaries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Bezirke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https://daten.odis-berlin.de/de/dataset/bezirksgrenzen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Statistics (Children 0–14):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https://www.statistik-berlin-brandenburg.de/bevoelkerung/demografie/bevoelkerungsstand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Project: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https://www.openstreetmap.org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Documentation: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https://docs.qgis.org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https://github.com/eity24/playground_availability_berlin_urbanTech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6616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F001-8934-2851-815A-52B0D3E9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6" y="1839817"/>
            <a:ext cx="8574326" cy="185083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14F69-982C-1141-BEF6-DC7E25D1C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836" y="4605051"/>
            <a:ext cx="8574326" cy="143219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606321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HT PPT Master 2021_4 zu 3">
  <a:themeElements>
    <a:clrScheme name="BHT PPT Master 2021_4 zu 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303030"/>
      </a:accent6>
      <a:hlink>
        <a:srgbClr val="0000FF"/>
      </a:hlink>
      <a:folHlink>
        <a:srgbClr val="FF00FF"/>
      </a:folHlink>
    </a:clrScheme>
    <a:fontScheme name="BHT PPT Master 2021_4 zu 3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HT PPT Master 2021_4 zu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HT PPT Master 2021_4 zu 3">
  <a:themeElements>
    <a:clrScheme name="BHT PPT Master 2021_4 zu 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303030"/>
      </a:accent6>
      <a:hlink>
        <a:srgbClr val="0000FF"/>
      </a:hlink>
      <a:folHlink>
        <a:srgbClr val="FF00FF"/>
      </a:folHlink>
    </a:clrScheme>
    <a:fontScheme name="BHT PPT Master 2021_4 zu 3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HT PPT Master 2021_4 zu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6046</TotalTime>
  <Words>756</Words>
  <Application>Microsoft Office PowerPoint</Application>
  <PresentationFormat>On-screen Show (4:3)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Helvetica Neue</vt:lpstr>
      <vt:lpstr>Helvetica Neue Light</vt:lpstr>
      <vt:lpstr>Times New Roman</vt:lpstr>
      <vt:lpstr>BHT PPT Master 2021_4 zu 3</vt:lpstr>
      <vt:lpstr>Urban Accessibility for Children: Playground Availability in Berlin</vt:lpstr>
      <vt:lpstr>Problem &amp; Motivation  </vt:lpstr>
      <vt:lpstr>State-of-the-Art and Research Gap</vt:lpstr>
      <vt:lpstr>Goals &amp; Objectives</vt:lpstr>
      <vt:lpstr>Data Set</vt:lpstr>
      <vt:lpstr>Methods: Exploratory Spatial Analysis (EDA) </vt:lpstr>
      <vt:lpstr>Results and Discussion</vt:lpstr>
      <vt:lpstr>Results and Discussion</vt:lpstr>
      <vt:lpstr>Unequal Access to Playgrounds across Berlin Districts</vt:lpstr>
      <vt:lpstr>Unequal Access to Playgrounds across Berlin Districts</vt:lpstr>
      <vt:lpstr>Recommendations &amp; Future Work </vt:lpstr>
      <vt:lpstr>References </vt:lpstr>
      <vt:lpstr>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Sharmin Islam</dc:creator>
  <cp:lastModifiedBy>Islam, Sharmin</cp:lastModifiedBy>
  <cp:revision>10</cp:revision>
  <dcterms:modified xsi:type="dcterms:W3CDTF">2026-02-06T19:19:11Z</dcterms:modified>
</cp:coreProperties>
</file>